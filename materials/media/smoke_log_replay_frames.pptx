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18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3000" b="1">
                <a:solidFill>
                  <a:srgbClr val="14273E"/>
                </a:solidFill>
                <a:latin typeface="Microsoft YaHei"/>
              </a:rPr>
              <a:t>资格探测 ① 读取任务与协议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19088"/>
            <a:ext cx="1115568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300" b="0">
                <a:solidFill>
                  <a:srgbClr val="4F667B"/>
                </a:solidFill>
                <a:latin typeface="Microsoft YaHei"/>
              </a:rPr>
              <a:t>真实公开动作日志重排｜非 UI 录屏｜非按实际运行速度播放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499616"/>
            <a:ext cx="1508760" cy="621792"/>
          </a:xfrm>
          <a:prstGeom prst="rect">
            <a:avLst/>
          </a:prstGeom>
          <a:solidFill>
            <a:srgbClr val="1E69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618488"/>
            <a:ext cx="1225296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读取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5728" y="1581912"/>
            <a:ext cx="8778240" cy="7772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400" b="0">
                <a:solidFill>
                  <a:srgbClr val="14273E"/>
                </a:solidFill>
                <a:latin typeface="Microsoft YaHei"/>
              </a:rPr>
              <a:t>题目、来源索引、基线提示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216" y="2916936"/>
            <a:ext cx="1508760" cy="621792"/>
          </a:xfrm>
          <a:prstGeom prst="rect">
            <a:avLst/>
          </a:prstGeom>
          <a:solidFill>
            <a:srgbClr val="BF7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3035808"/>
            <a:ext cx="1225296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遇到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95728" y="2999232"/>
            <a:ext cx="8778240" cy="7772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400" b="0">
                <a:solidFill>
                  <a:srgbClr val="14273E"/>
                </a:solidFill>
                <a:latin typeface="Microsoft YaHei"/>
              </a:rPr>
              <a:t>先按错误路径找 schema.json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5216" y="4334256"/>
            <a:ext cx="1508760" cy="621792"/>
          </a:xfrm>
          <a:prstGeom prst="rect">
            <a:avLst/>
          </a:prstGeom>
          <a:solidFill>
            <a:srgbClr val="118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4453128"/>
            <a:ext cx="1225296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修正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95728" y="4416552"/>
            <a:ext cx="8778240" cy="7772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400" b="1">
                <a:solidFill>
                  <a:srgbClr val="14273E"/>
                </a:solidFill>
                <a:latin typeface="Microsoft YaHei"/>
              </a:rPr>
              <a:t>定位到 practice/schema.json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" y="5870448"/>
            <a:ext cx="1097280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800" b="1">
                <a:solidFill>
                  <a:srgbClr val="BF771F"/>
                </a:solidFill>
                <a:latin typeface="Microsoft YaHei"/>
              </a:rPr>
              <a:t>动作有事后补记；早期步骤的精确时间不可得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18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3000" b="1">
                <a:solidFill>
                  <a:srgbClr val="14273E"/>
                </a:solidFill>
                <a:latin typeface="Microsoft YaHei"/>
              </a:rPr>
              <a:t>资格探测 ② 回查官方来源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19088"/>
            <a:ext cx="1115568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300" b="0">
                <a:solidFill>
                  <a:srgbClr val="4F667B"/>
                </a:solidFill>
                <a:latin typeface="Microsoft YaHei"/>
              </a:rPr>
              <a:t>真实公开动作日志重排｜非 UI 录屏｜非按实际运行速度播放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499616"/>
            <a:ext cx="1508760" cy="621792"/>
          </a:xfrm>
          <a:prstGeom prst="rect">
            <a:avLst/>
          </a:prstGeom>
          <a:solidFill>
            <a:srgbClr val="1E69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618488"/>
            <a:ext cx="1225296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工具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5728" y="1581912"/>
            <a:ext cx="8778240" cy="7772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400" b="0">
                <a:solidFill>
                  <a:srgbClr val="14273E"/>
                </a:solidFill>
                <a:latin typeface="Microsoft YaHei"/>
              </a:rPr>
              <a:t>打开 OpenAI 官方文章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216" y="2916936"/>
            <a:ext cx="1508760" cy="621792"/>
          </a:xfrm>
          <a:prstGeom prst="rect">
            <a:avLst/>
          </a:prstGeom>
          <a:solidFill>
            <a:srgbClr val="BF7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3035808"/>
            <a:ext cx="1225296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位置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95728" y="2999232"/>
            <a:ext cx="8778240" cy="7772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400" b="0">
                <a:solidFill>
                  <a:srgbClr val="14273E"/>
                </a:solidFill>
                <a:latin typeface="Microsoft YaHei"/>
              </a:rPr>
              <a:t>Running evaluations with Codex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5216" y="4334256"/>
            <a:ext cx="1508760" cy="621792"/>
          </a:xfrm>
          <a:prstGeom prst="rect">
            <a:avLst/>
          </a:prstGeom>
          <a:solidFill>
            <a:srgbClr val="118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4453128"/>
            <a:ext cx="1225296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证据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95728" y="4416552"/>
            <a:ext cx="8778240" cy="7772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400" b="1">
                <a:solidFill>
                  <a:srgbClr val="14273E"/>
                </a:solidFill>
                <a:latin typeface="Microsoft YaHei"/>
              </a:rPr>
              <a:t>Codex 先写计划，作者审阅批准后执行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" y="5870448"/>
            <a:ext cx="1097280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800" b="1">
                <a:solidFill>
                  <a:srgbClr val="BF771F"/>
                </a:solidFill>
                <a:latin typeface="Microsoft YaHei"/>
              </a:rPr>
              <a:t>动作有事后补记；早期步骤的精确时间不可得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18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3000" b="1">
                <a:solidFill>
                  <a:srgbClr val="14273E"/>
                </a:solidFill>
                <a:latin typeface="Microsoft YaHei"/>
              </a:rPr>
              <a:t>资格探测 ③ 输出并校验 JSON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19088"/>
            <a:ext cx="1115568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300" b="0">
                <a:solidFill>
                  <a:srgbClr val="4F667B"/>
                </a:solidFill>
                <a:latin typeface="Microsoft YaHei"/>
              </a:rPr>
              <a:t>真实公开动作日志重排｜非 UI 录屏｜非按实际运行速度播放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499616"/>
            <a:ext cx="1508760" cy="621792"/>
          </a:xfrm>
          <a:prstGeom prst="rect">
            <a:avLst/>
          </a:prstGeom>
          <a:solidFill>
            <a:srgbClr val="1E69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618488"/>
            <a:ext cx="1225296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产物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5728" y="1581912"/>
            <a:ext cx="8778240" cy="7772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400" b="0">
                <a:solidFill>
                  <a:srgbClr val="14273E"/>
                </a:solidFill>
                <a:latin typeface="Microsoft YaHei"/>
              </a:rPr>
              <a:t>smoke-01 → supported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216" y="2916936"/>
            <a:ext cx="1508760" cy="621792"/>
          </a:xfrm>
          <a:prstGeom prst="rect">
            <a:avLst/>
          </a:prstGeom>
          <a:solidFill>
            <a:srgbClr val="BF7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3035808"/>
            <a:ext cx="1225296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定位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95728" y="2999232"/>
            <a:ext cx="8778240" cy="7772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400" b="0">
                <a:solidFill>
                  <a:srgbClr val="14273E"/>
                </a:solidFill>
                <a:latin typeface="Microsoft YaHei"/>
              </a:rPr>
              <a:t>T1#T1-run-evals-plan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5216" y="4334256"/>
            <a:ext cx="1508760" cy="621792"/>
          </a:xfrm>
          <a:prstGeom prst="rect">
            <a:avLst/>
          </a:prstGeom>
          <a:solidFill>
            <a:srgbClr val="118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4453128"/>
            <a:ext cx="1225296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校验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95728" y="4416552"/>
            <a:ext cx="8778240" cy="7772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400" b="1">
                <a:solidFill>
                  <a:srgbClr val="14273E"/>
                </a:solidFill>
                <a:latin typeface="Microsoft YaHei"/>
              </a:rPr>
              <a:t>VALID smoke-01 supported T1#T1-run-evals-plan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" y="5870448"/>
            <a:ext cx="1097280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800" b="1">
                <a:solidFill>
                  <a:srgbClr val="BF771F"/>
                </a:solidFill>
                <a:latin typeface="Microsoft YaHei"/>
              </a:rPr>
              <a:t>制作代理资格探测；不是四名学生的已完成实践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